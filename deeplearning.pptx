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2" r:id="rId5"/>
    <p:sldId id="260" r:id="rId6"/>
    <p:sldId id="258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3DE9DE9-588F-48E2-8F09-29CAEE7B273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89F3B10-341F-4058-B72D-BBE216AB99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096" y="1142984"/>
            <a:ext cx="8136904" cy="1470025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Deep Learning-Based Phishing Detection Using URL and Visual Analysis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3861048"/>
            <a:ext cx="6552728" cy="21602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GB" dirty="0" smtClean="0"/>
              <a:t>SUBMITTED </a:t>
            </a:r>
            <a:r>
              <a:rPr lang="en-GB" dirty="0" smtClean="0"/>
              <a:t>BY:</a:t>
            </a:r>
          </a:p>
          <a:p>
            <a:pPr algn="just"/>
            <a:r>
              <a:rPr lang="en-GB" dirty="0" smtClean="0"/>
              <a:t>1)RAVI.M</a:t>
            </a:r>
            <a:endParaRPr lang="en-GB" dirty="0" smtClean="0"/>
          </a:p>
          <a:p>
            <a:pPr algn="just"/>
            <a:r>
              <a:rPr lang="en-GB" dirty="0" smtClean="0"/>
              <a:t>2)AJAY </a:t>
            </a:r>
            <a:r>
              <a:rPr lang="en-GB" dirty="0" smtClean="0"/>
              <a:t>ANANTH.K</a:t>
            </a:r>
          </a:p>
          <a:p>
            <a:pPr algn="just"/>
            <a:r>
              <a:rPr lang="en-GB" dirty="0" smtClean="0"/>
              <a:t>3)NATARAJA </a:t>
            </a:r>
            <a:r>
              <a:rPr lang="en-GB" dirty="0" smtClean="0"/>
              <a:t>SIVAM.J.R</a:t>
            </a:r>
          </a:p>
          <a:p>
            <a:pPr algn="just"/>
            <a:r>
              <a:rPr lang="en-GB" dirty="0" smtClean="0"/>
              <a:t>4)MOHAMMAD </a:t>
            </a:r>
            <a:r>
              <a:rPr lang="en-GB" dirty="0" smtClean="0"/>
              <a:t>SAHID AFRIDI.M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ransition spd="med">
    <p:fade/>
    <p:sndAc>
      <p:stSnd>
        <p:snd r:embed="rId2" name="arrow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Phishing is a serious cyber security threat that steals sensitive user data.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Traditional methods fail to detect new and visually fake websites.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project uses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deep learning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analyze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URLs and webpage images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LSTM detects suspicious URL patterns.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CNN analyzes webpage visuals like logos and layout.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fusion model improves phishing detection accuracy.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real-time web app classifies URLs with confidence score.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Uses blacklist and rule-based detection.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Cannot detect new phishing URLs.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Depends on manual feature extraction.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Analyzes only URL or content, not both.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Poor performance against visually similar fake websites.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Block Diagram</a:t>
            </a:r>
            <a:endParaRPr lang="en-US" dirty="0"/>
          </a:p>
        </p:txBody>
      </p:sp>
      <p:pic>
        <p:nvPicPr>
          <p:cNvPr id="1026" name="Picture 2" descr="C:\Users\hp\Downloads\phishing_detection_diagram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8836" b="24894"/>
          <a:stretch>
            <a:fillRect/>
          </a:stretch>
        </p:blipFill>
        <p:spPr bwMode="auto">
          <a:xfrm>
            <a:off x="1435100" y="2071678"/>
            <a:ext cx="7499350" cy="2143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System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0024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URL-based phishing detection using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LSTM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Perform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analysis using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CNN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on webpage screenshots.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Combine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URL and image features for better accuracy.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Train the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models using phishing and legitimate datasets.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Develope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real-time phishing detection web application.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Future</a:t>
            </a: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Enhancements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Extend the system as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browser extension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real-time phishing alerts.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Improve accuracy using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Transformer-based models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URL analysis.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multi-language website detection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support.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Integrate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real-time threat intelligence feeds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Enhance visual analysis using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advanced CNN architectures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Deploy the system on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cloud platforms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large-scale usage.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780928"/>
            <a:ext cx="8229600" cy="1143000"/>
          </a:xfrm>
        </p:spPr>
        <p:txBody>
          <a:bodyPr/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			Thank you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28</TotalTime>
  <Words>226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Solstice</vt:lpstr>
      <vt:lpstr>Deep Learning-Based Phishing Detection Using URL and Visual Analysis</vt:lpstr>
      <vt:lpstr>Abstract</vt:lpstr>
      <vt:lpstr>Existing System</vt:lpstr>
      <vt:lpstr>Block Diagram</vt:lpstr>
      <vt:lpstr>Proposed System</vt:lpstr>
      <vt:lpstr>Future Enhancements</vt:lpstr>
      <vt:lpstr>   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Phishing Detection Using URL and Visual Analysis</dc:title>
  <dc:creator>system4</dc:creator>
  <cp:lastModifiedBy>hp</cp:lastModifiedBy>
  <cp:revision>6</cp:revision>
  <dcterms:created xsi:type="dcterms:W3CDTF">2026-01-06T04:34:51Z</dcterms:created>
  <dcterms:modified xsi:type="dcterms:W3CDTF">2026-01-06T11:18:30Z</dcterms:modified>
</cp:coreProperties>
</file>